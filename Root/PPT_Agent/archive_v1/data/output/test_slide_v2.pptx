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Navigating the complex legal landscape is paramount. We need to secure licenses for import/export and adhere to local labor laws.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Key Action: Hire local legal counsel by Q3.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[IMAGE: Map of Potential Partners]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Partnering with established local distributors will accelerate market penetration by 40%.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Establishing a regional distribution hub in Singapore will reduce lead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Target: &lt; 48h delivery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