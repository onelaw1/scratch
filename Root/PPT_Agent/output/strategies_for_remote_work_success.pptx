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everyone, and welcome! We're here today to discuss something that's transformed the working world: remote work. </a:t>
            </a:r>
          </a:p>
          <a:p/>
          <a:p>
            <a:r>
              <a:t>**(Point 1: The Remote Revolution is Here):** Remote work is no longer a perk; it's a prevalent reality. We'll start by briefly acknowledging the explosive growth of remote work and why it's critical to adapt and excel in this new environment. This is no longer just about working from home; it's about a fundamental shift in how, where, and when we work.</a:t>
            </a:r>
          </a:p>
          <a:p/>
          <a:p>
            <a:r>
              <a:t>**(Point 2: Unlock the Perks (and Avoid the Pitfalls)):** We all know the potential benefits: flexibility, better work-life balance, no more soul-crushing commutes. But let's be honest, it also comes with challenges. We'll address the common pitfalls like isolation, distractions, and the constant struggle to separate work and personal life. This isn't about ignoring those challenges, but about proactively addressing them head-on. </a:t>
            </a:r>
          </a:p>
          <a:p/>
          <a:p>
            <a:r>
              <a:t>**(Point 3: Your Remote Success Toolkit):** The goal of this presentation is to equip you with a practical, actionable toolkit for remote work success. We'll cover optimizing your workspace for productivity, mastering time management techniques that actually work, and building stronger, more meaningful connections with your remote colleagues. By the end of this session, you'll have the strategies you need to not just survive, but thrive in the remote landscape. Let's get started!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Okay, let's talk about setting up your physical workspace for optimal productivity. First, creating a designated workspace is paramount. This doesn't have to be an entire room, but it should be a specific area you consistently use only for work. This physical separation helps mentally shift you into 'work mode' and allows you to disconnect when you're done for the day. Second, ergonomics are crucial. Investing in a comfortable chair, ensuring your monitor is at eye level, and using a keyboard and mouse that feel good to use are vital for preventing strain and long-term health issues. Think of it as an investment in your well-being and productivity. Next, minimizing distractions is key. This means decluttering your workspace to remove visual noise, using noise-canceling headphones to block out unwanted sounds, and, most importantly, setting clear boundaries with family members about your work hours. Finally, optimize your lighting. Natural light is a fantastic mood booster and can significantly improve productivity. Position your workspace near a window if possible. If natural light is limited, supplement with artificial light that's bright but not harsh.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focuses on two crucial pillars of remote work success: time management and communication. Let's break down each point. First, time blocking is about taking control of your day. Don't just react to incoming requests; proactively schedule specific time for specific tasks, including breaks. Treat these blocks as you would any other important meeting. Second, the Eisenhower Matrix is a powerful tool for prioritization. By categorizing tasks based on urgency and importance, you can ensure you're focusing on what truly matters. Remember the Do, Schedule, Delegate, and Eliminate framework. Third, effective communication is essential when you're not physically co-located. Choose the right communication channel for the right context. Slack is great for quick questions, while email is better suited for more formal communication. Leverage video conferencing for nuanced discussions. Fourth, setting clear boundaries is vital for maintaining focus and preventing overwork. Let your colleagues know when you're available and when you need uninterrupted time. Finally, burnout is a real threat in remote work. Protect your well-being by scheduling regular breaks throughout the day and disconnecting completely after work hours. This means stepping away from your screen, engaging in activities you enjoy, and giving your mind a chance to recharge.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focuses on the crucial aspect of maintaining team connection and collaboration in a remote work setting. </a:t>
            </a:r>
          </a:p>
          <a:p/>
          <a:p>
            <a:r>
              <a:t>*   **Virtual Team Building:** This isn't just about fun; it's about building relationships. Encourage virtual coffee breaks, online games, or even team lunches. The goal is to create informal opportunities for connection that replicate the water cooler moments of an in-person office. </a:t>
            </a:r>
          </a:p>
          <a:p/>
          <a:p>
            <a:r>
              <a:t>*   **Regular Check-ins:** Structured communication is key. Schedule regular team meetings, but keep them focused and efficient. Use this time to discuss progress, address challenges, and ensure everyone is on the same page. Consider using brief daily stand-ups for quick updates. </a:t>
            </a:r>
          </a:p>
          <a:p/>
          <a:p>
            <a:r>
              <a:t>*   **Utilize Collaboration Tools:** Remote teams thrive on effective collaboration tools. Encourage the use of platforms like Google Workspace, project management software (e.g., Asana, Trello), and virtual whiteboarding tools (e.g., Miro). Ensure the team is properly trained on these tools to maximize their effectiveness. </a:t>
            </a:r>
          </a:p>
          <a:p/>
          <a:p>
            <a:r>
              <a:t>*   **Provide Consistent Feedback:** Remote work can sometimes feel isolating. Regular, constructive feedback is essential for individual and team growth. Encourage both giving and receiving feedback to foster a culture of continuous improvement. Use clear, specific examples in your feedback. </a:t>
            </a:r>
          </a:p>
          <a:p/>
          <a:p>
            <a:r>
              <a:t>*   **Celebrate Team Wins:** Don't forget to acknowledge and celebrate team accomplishments, both big and small. This reinforces positive behaviors, boosts morale, and reminds everyone that their contributions are valued. Make celebrations visible and inclusive.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Alright, as we wrap up, let's quickly recap the core pillars for remote work success. Remember, it's about optimizing your workspace for focus and efficiency, effectively managing your time to maintain productivity, fostering clear and consistent communication with your team, and actively connecting with colleagues to build and maintain strong working relationships. These four elements - Optimize, Manage, Communicate, Connect - are fundamental.</a:t>
            </a:r>
          </a:p>
          <a:p/>
          <a:p>
            <a:r>
              <a:t>It's crucial to understand that remote work is not static; it's constantly evolving. New technologies, tools, and best practices are emerging all the time. To stay ahead, you need to be adaptable, proactive in seeking out new knowledge, and willing to experiment with different approaches to find what works best for you and your team. Stay informed through industry publications, online communities, and professional development opportunities.</a:t>
            </a:r>
          </a:p>
          <a:p/>
          <a:p>
            <a:r>
              <a:t>Finally, the most important takeaway is action. These strategies are only effective if you actively implement them. Don't wait; start today. Begin by identifying one or two areas where you can make immediate improvements. Maybe it's decluttering your workspace, setting more defined boundaries for your work hours, or scheduling regular virtual coffee breaks with your colleagues. Take that first step toward achieving remote work success. Now, let’s open the floor for Q&amp;A.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Strategies for Remote Work Success</a:t>
            </a:r>
          </a:p>
        </p:txBody>
      </p:sp>
      <p:sp>
        <p:nvSpPr>
          <p:cNvPr id="3" name="Subtitle 2"/>
          <p:cNvSpPr>
            <a:spLocks noGrp="1"/>
          </p:cNvSpPr>
          <p:nvPr>
            <p:ph type="subTitle" idx="1"/>
          </p:nvPr>
        </p:nvSpPr>
        <p:spPr/>
        <p:txBody>
          <a:bodyPr/>
          <a:lstStyle/>
          <a:p>
            <a:r>
              <a:t>Generated by Agentic PPT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 Thriving in the Remote Landscape</a:t>
            </a:r>
          </a:p>
        </p:txBody>
      </p:sp>
      <p:sp>
        <p:nvSpPr>
          <p:cNvPr id="3" name="Content Placeholder 2"/>
          <p:cNvSpPr>
            <a:spLocks noGrp="1"/>
          </p:cNvSpPr>
          <p:nvPr>
            <p:ph idx="1"/>
          </p:nvPr>
        </p:nvSpPr>
        <p:spPr/>
        <p:txBody>
          <a:bodyPr/>
          <a:lstStyle/>
          <a:p>
            <a:r>
              <a:t>**The Remote Revolution is Here:** From niche to mainstream, understand the seismic shift and why mastering remote work is now essential for career success.</a:t>
            </a:r>
          </a:p>
          <a:p>
            <a:pPr lvl="1"/>
            <a:r>
              <a:t>**Unlock the Perks (and Avoid the Pitfalls):** Discover how to maximize flexibility, achieve true work-life integration, and reclaim commute time – while proactively tackling loneliness and distractions.</a:t>
            </a:r>
          </a:p>
          <a:p>
            <a:pPr lvl="1"/>
            <a:r>
              <a:t>**Your Remote Success Toolkit:** Learn practical, immediately implementable strategies for optimizing your workspace, mastering time management, and building stronger remote connections. Get ready to thrive!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Building a Productive Workspace</a:t>
            </a:r>
          </a:p>
        </p:txBody>
      </p:sp>
      <p:sp>
        <p:nvSpPr>
          <p:cNvPr id="3" name="Content Placeholder 2"/>
          <p:cNvSpPr>
            <a:spLocks noGrp="1"/>
          </p:cNvSpPr>
          <p:nvPr>
            <p:ph idx="1"/>
          </p:nvPr>
        </p:nvSpPr>
        <p:spPr/>
        <p:txBody>
          <a:bodyPr/>
          <a:lstStyle/>
          <a:p>
            <a:r>
              <a:t>**Designated Workspace:** Carve out a specific area solely for work. This creates crucial mental separation between 'work' and 'home' modes.</a:t>
            </a:r>
          </a:p>
          <a:p>
            <a:pPr lvl="1"/>
            <a:r>
              <a:t>**Ergonomic Investment:** Prioritize comfort and health. Invest in a supportive chair, monitor at eye level, and comfortable keyboard/mouse to prevent strain.</a:t>
            </a:r>
          </a:p>
          <a:p>
            <a:pPr lvl="1"/>
            <a:r>
              <a:t>**Distraction-Free Zone:** Minimize interruptions by decluttering your workspace, utilizing noise-canceling headphones, and setting clear boundaries with family members.</a:t>
            </a:r>
          </a:p>
          <a:p>
            <a:pPr lvl="1"/>
            <a:r>
              <a:t>**Optimize Lighting:** Maximize natural light exposure to boost mood, reduce eye strain, and improve overall productivity. Supplement with artificial light as needed.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Mastering Time Management &amp; Communication</a:t>
            </a:r>
          </a:p>
        </p:txBody>
      </p:sp>
      <p:sp>
        <p:nvSpPr>
          <p:cNvPr id="3" name="Content Placeholder 2"/>
          <p:cNvSpPr>
            <a:spLocks noGrp="1"/>
          </p:cNvSpPr>
          <p:nvPr>
            <p:ph idx="1"/>
          </p:nvPr>
        </p:nvSpPr>
        <p:spPr/>
        <p:txBody>
          <a:bodyPr/>
          <a:lstStyle/>
          <a:p>
            <a:r>
              <a:t>**Time Blocking: Conquer your day, block by block.** Allocate specific time slots for tasks and breaks; treat them like non-negotiable appointments.</a:t>
            </a:r>
          </a:p>
          <a:p>
            <a:pPr lvl="1"/>
            <a:r>
              <a:t>**Prioritization: The Eisenhower Matrix Advantage.** Focus on 'Urgent &amp; Important' tasks (Do First), schedule 'Important but Not Urgent' (Schedule), delegate 'Urgent but Not Important' (Delegate), and eliminate 'Neither Urgent nor Important' (Eliminate).</a:t>
            </a:r>
          </a:p>
          <a:p>
            <a:pPr lvl="1"/>
            <a:r>
              <a:t>**Effective Communication: Choose the right channel, always.** Utilize Slack/Teams for quick questions, email for detailed updates and formal communication, and video calls for complex discussions.</a:t>
            </a:r>
          </a:p>
          <a:p>
            <a:pPr lvl="1"/>
            <a:r>
              <a:t>**Setting Clear Boundaries: Protect your focus, manage expectations.** Clearly communicate your availability, response times, and working hours to colleagues to minimize interruptions.</a:t>
            </a:r>
          </a:p>
          <a:p>
            <a:pPr lvl="1"/>
            <a:r>
              <a:t>**Avoiding Burnout: Recharge and disconnect to thrive.** Schedule regular breaks, step away from your screen, and completely disconnect after work hours to maintain work-life balance.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Maintaining Team Connection and Collaboration</a:t>
            </a:r>
          </a:p>
        </p:txBody>
      </p:sp>
      <p:sp>
        <p:nvSpPr>
          <p:cNvPr id="3" name="Content Placeholder 2"/>
          <p:cNvSpPr>
            <a:spLocks noGrp="1"/>
          </p:cNvSpPr>
          <p:nvPr>
            <p:ph idx="1"/>
          </p:nvPr>
        </p:nvSpPr>
        <p:spPr/>
        <p:txBody>
          <a:bodyPr/>
          <a:lstStyle/>
          <a:p>
            <a:r>
              <a:t>Virtual Team Building: Foster camaraderie through online social events.</a:t>
            </a:r>
          </a:p>
          <a:p>
            <a:pPr lvl="1"/>
            <a:r>
              <a:t>Regular Check-ins: Keep everyone aligned with frequent, focused meetings.</a:t>
            </a:r>
          </a:p>
          <a:p>
            <a:pPr lvl="1"/>
            <a:r>
              <a:t>Utilize Collaboration Tools: Streamline workflow with shared digital workspaces.</a:t>
            </a:r>
          </a:p>
          <a:p>
            <a:pPr lvl="1"/>
            <a:r>
              <a:t>Provide Consistent Feedback: Enhance performance with constructive dialogue.</a:t>
            </a:r>
          </a:p>
          <a:p>
            <a:pPr lvl="1"/>
            <a:r>
              <a:t>Celebrate Team Wins: Boost morale by recognizing achievements.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 Embracing the Future of Remote Work</a:t>
            </a:r>
          </a:p>
        </p:txBody>
      </p:sp>
      <p:sp>
        <p:nvSpPr>
          <p:cNvPr id="3" name="Content Placeholder 2"/>
          <p:cNvSpPr>
            <a:spLocks noGrp="1"/>
          </p:cNvSpPr>
          <p:nvPr>
            <p:ph idx="1"/>
          </p:nvPr>
        </p:nvSpPr>
        <p:spPr/>
        <p:txBody>
          <a:bodyPr/>
          <a:lstStyle/>
          <a:p>
            <a:r>
              <a:t>Optimize, Manage, Communicate, Connect: Your Remote Work Pillars</a:t>
            </a:r>
          </a:p>
          <a:p>
            <a:pPr lvl="1"/>
            <a:r>
              <a:t>Remote Work is Evolving: Stay Adaptable and Informed</a:t>
            </a:r>
          </a:p>
          <a:p>
            <a:pPr lvl="1"/>
            <a:r>
              <a:t>Act Now: Implement These Strategies for Remote Success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