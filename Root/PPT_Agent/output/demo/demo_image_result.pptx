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Analysis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uploaded slide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2286000"/>
          </a:xfrm>
          <a:prstGeom prst="round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4114800" cy="2286000"/>
          </a:xfrm>
          <a:prstGeom prst="roundRect">
            <a:avLst/>
          </a:prstGeom>
          <a:solidFill>
            <a:srgbClr val="A23B7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4114800" cy="2286000"/>
          </a:xfrm>
          <a:prstGeom prst="round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Opportunities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840480"/>
            <a:ext cx="4114800" cy="2286000"/>
          </a:xfrm>
          <a:prstGeom prst="round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Threats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