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organizational hierarchy based on database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1371600" cy="548640"/>
          </a:xfrm>
          <a:prstGeom prst="roundRect">
            <a:avLst/>
          </a:prstGeom>
          <a:solidFill>
            <a:srgbClr val="2E86AB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Planning (FTE)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of current vs required FTE by department.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914400"/>
            <a:ext cx="274320" cy="27432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Current FTE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914400"/>
            <a:ext cx="274320" cy="27432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Required FTE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RACI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Roles and responsibilities for key job tasks.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PM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QA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