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Data Injection (4P)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from direct dictionary input</a:t>
            </a:r>
          </a:p>
        </p:txBody>
      </p:sp>
      <p:sp>
        <p:nvSpPr>
          <p:cNvPr id="4" name="Oval 3"/>
          <p:cNvSpPr/>
          <p:nvPr/>
        </p:nvSpPr>
        <p:spPr>
          <a:xfrm>
            <a:off x="3886200" y="2514600"/>
            <a:ext cx="1371600" cy="1371600"/>
          </a:xfrm>
          <a:prstGeom prst="ellipse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4P</a:t>
            </a:r>
            <a:br/>
            <a:r>
              <a:t>Marketing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828800" cy="1371600"/>
          </a:xfrm>
          <a:prstGeom prst="roundRect">
            <a:avLst/>
          </a:prstGeom>
          <a:solidFill>
            <a:srgbClr val="F18F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1828800" cy="1371600"/>
          </a:xfrm>
          <a:prstGeom prst="roundRect">
            <a:avLst/>
          </a:prstGeom>
          <a:solidFill>
            <a:srgbClr val="A23B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828800" cy="1371600"/>
          </a:xfrm>
          <a:prstGeom prst="roundRect">
            <a:avLst/>
          </a:prstGeom>
          <a:solidFill>
            <a:srgbClr val="6A994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572000"/>
            <a:ext cx="1828800" cy="1371600"/>
          </a:xfrm>
          <a:prstGeom prst="roundRect">
            <a:avLst/>
          </a:prstGeom>
          <a:solidFill>
            <a:srgbClr val="C73E1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Promotion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Data Fetching (SWOT)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from database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4114800" cy="2286000"/>
          </a:xfrm>
          <a:prstGeom prst="roundRect">
            <a:avLst/>
          </a:prstGeom>
          <a:solidFill>
            <a:srgbClr val="A23B7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4114800" cy="228600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840480"/>
            <a:ext cx="4114800" cy="2286000"/>
          </a:xfrm>
          <a:prstGeom prst="round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Threats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