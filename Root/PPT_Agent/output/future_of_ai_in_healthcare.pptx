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Briefly explain the increasing importance of AI in healthcare. State the goal of the presentation, which is to give an overview of the impact of AI and what to expect. Quickly mention the key areas to be covered.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improvements AI brings to diagnostics, allowing for faster and more precise detection of diseases. Explain the concepts of personalized medicine and how AI uses patient data to make treatment plans more effective. Briefly mention the advancements in drug discovery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ways AI is improving patient care by providing constant support and remote monitoring. Explain how robots are being used in surgery and logistics. Emphasize AI's ability to streamline operations in administrative tasks which reduces errors and increases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 the ethical and practical challenges with AI in healthcare. Discuss the importance of patient data privacy and security. Explore the issue of algorithmic bias and what can be done to counter it. Also, stress the need for transparency in AI development and implementation. Mention the current limitations and the need for regulatory frameworks.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key takeaways of the presentation. Reiterate the potential of AI in improving patient outcomes and healthcare systems. End with a call to action encouraging collaboration and responsible development and implementation of AI technologies. Thank the audience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Future of AI in Healthcare</a:t>
            </a:r>
          </a:p>
        </p:txBody>
      </p:sp>
      <p:sp>
        <p:nvSpPr>
          <p:cNvPr id="3" name="Subtitle 2"/>
          <p:cNvSpPr>
            <a:spLocks noGrp="1"/>
          </p:cNvSpPr>
          <p:nvPr>
            <p:ph type="subTitle" idx="1"/>
          </p:nvPr>
        </p:nvSpPr>
        <p:spPr/>
        <p:txBody>
          <a:bodyPr/>
          <a:lstStyle/>
          <a:p>
            <a:r>
              <a:t>Generated by Agentic PPT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The AI Revolution in Healthcare</a:t>
            </a:r>
          </a:p>
        </p:txBody>
      </p:sp>
      <p:sp>
        <p:nvSpPr>
          <p:cNvPr id="3" name="Content Placeholder 2"/>
          <p:cNvSpPr>
            <a:spLocks noGrp="1"/>
          </p:cNvSpPr>
          <p:nvPr>
            <p:ph idx="1"/>
          </p:nvPr>
        </p:nvSpPr>
        <p:spPr/>
        <p:txBody>
          <a:bodyPr/>
          <a:lstStyle/>
          <a:p>
            <a:r>
              <a:t>Briefly define Artificial Intelligence (AI) and its subfields (Machine Learning, Deep Learning).</a:t>
            </a:r>
          </a:p>
          <a:p>
            <a:pPr lvl="1"/>
            <a:r>
              <a:t>Highlight the growing interest and investment in AI for healthcare applications.</a:t>
            </a:r>
          </a:p>
          <a:p>
            <a:pPr lvl="1"/>
            <a:r>
              <a:t>State the presentation's objective: To explore the transformative potential of AI in shaping the future of healthcare.</a:t>
            </a:r>
          </a:p>
          <a:p>
            <a:pPr lvl="1"/>
            <a:r>
              <a:t>Outline key areas where AI is making significant advancements.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AI-Powered Diagnostics and Personalized Medicine</a:t>
            </a:r>
          </a:p>
        </p:txBody>
      </p:sp>
      <p:sp>
        <p:nvSpPr>
          <p:cNvPr id="3" name="Content Placeholder 2"/>
          <p:cNvSpPr>
            <a:spLocks noGrp="1"/>
          </p:cNvSpPr>
          <p:nvPr>
            <p:ph idx="1"/>
          </p:nvPr>
        </p:nvSpPr>
        <p:spPr/>
        <p:txBody>
          <a:bodyPr/>
          <a:lstStyle/>
          <a:p>
            <a:r>
              <a:t>AI's role in image analysis: Enhanced accuracy and speed in radiology (X-rays, CT scans, MRIs). Examples: detecting cancer, diagnosing heart conditions.</a:t>
            </a:r>
          </a:p>
          <a:p>
            <a:pPr lvl="1"/>
            <a:r>
              <a:t>AI algorithms for disease prediction: Identifying at-risk individuals based on medical history and genetic data.</a:t>
            </a:r>
          </a:p>
          <a:p>
            <a:pPr lvl="1"/>
            <a:r>
              <a:t>Personalized treatment plans: Tailoring medications and therapies based on individual patient profiles and AI-driven insights.</a:t>
            </a:r>
          </a:p>
          <a:p>
            <a:pPr lvl="1"/>
            <a:r>
              <a:t>Drug discovery and development: AI accelerating the identification of potential drug candidates and reducing development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in Patient Care and Operational Efficiency</a:t>
            </a:r>
          </a:p>
        </p:txBody>
      </p:sp>
      <p:sp>
        <p:nvSpPr>
          <p:cNvPr id="3" name="Content Placeholder 2"/>
          <p:cNvSpPr>
            <a:spLocks noGrp="1"/>
          </p:cNvSpPr>
          <p:nvPr>
            <p:ph idx="1"/>
          </p:nvPr>
        </p:nvSpPr>
        <p:spPr/>
        <p:txBody>
          <a:bodyPr/>
          <a:lstStyle/>
          <a:p>
            <a:r>
              <a:t>AI-powered virtual assistants and chatbots: Providing 24/7 patient support, answering questions, and scheduling appointments.</a:t>
            </a:r>
          </a:p>
          <a:p>
            <a:pPr lvl="1"/>
            <a:r>
              <a:t>Remote patient monitoring: Wearable sensors and AI algorithms tracking vital signs and detecting potential health issues remotely.</a:t>
            </a:r>
          </a:p>
          <a:p>
            <a:pPr lvl="1"/>
            <a:r>
              <a:t>Robotics and automation: Assisting surgeons in complex procedures, dispensing medication, and managing hospital logistics.</a:t>
            </a:r>
          </a:p>
          <a:p>
            <a:pPr lvl="1"/>
            <a:r>
              <a:t>Streamlining administrative tasks: Automating billing processes, improving data entry accuracy, and optimizing resource allocation.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and Ethical Considerations</a:t>
            </a:r>
          </a:p>
        </p:txBody>
      </p:sp>
      <p:sp>
        <p:nvSpPr>
          <p:cNvPr id="3" name="Content Placeholder 2"/>
          <p:cNvSpPr>
            <a:spLocks noGrp="1"/>
          </p:cNvSpPr>
          <p:nvPr>
            <p:ph idx="1"/>
          </p:nvPr>
        </p:nvSpPr>
        <p:spPr/>
        <p:txBody>
          <a:bodyPr/>
          <a:lstStyle/>
          <a:p>
            <a:r>
              <a:t>Data privacy and security: Protecting sensitive patient information from unauthorized access and misuse.</a:t>
            </a:r>
          </a:p>
          <a:p>
            <a:pPr lvl="1"/>
            <a:r>
              <a:t>Algorithmic bias: Ensuring fairness and avoiding discrimination in AI-driven healthcare decisions.</a:t>
            </a:r>
          </a:p>
          <a:p>
            <a:pPr lvl="1"/>
            <a:r>
              <a:t>Transparency and explainability: Understanding how AI algorithms arrive at their conclusions (the 'black box' problem).</a:t>
            </a:r>
          </a:p>
          <a:p>
            <a:pPr lvl="1"/>
            <a:r>
              <a:t>Regulatory frameworks: Developing clear guidelines and standards for the development and deployment of AI in healthcare.</a:t>
            </a:r>
          </a:p>
          <a:p>
            <a:pPr lvl="1"/>
            <a:r>
              <a:t>The human-AI collaboration: Finding the right balance between AI assistance and human expertise.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Embracing the Future of AI in Healthcare</a:t>
            </a:r>
          </a:p>
        </p:txBody>
      </p:sp>
      <p:sp>
        <p:nvSpPr>
          <p:cNvPr id="3" name="Content Placeholder 2"/>
          <p:cNvSpPr>
            <a:spLocks noGrp="1"/>
          </p:cNvSpPr>
          <p:nvPr>
            <p:ph idx="1"/>
          </p:nvPr>
        </p:nvSpPr>
        <p:spPr/>
        <p:txBody>
          <a:bodyPr/>
          <a:lstStyle/>
          <a:p>
            <a:r>
              <a:t>Recap of AI's key benefits: Improved diagnostics, personalized medicine, enhanced patient care, and increased operational efficiency.</a:t>
            </a:r>
          </a:p>
          <a:p>
            <a:pPr lvl="1"/>
            <a:r>
              <a:t>Emphasis on the importance of collaboration between healthcare professionals, AI developers, and policymakers.</a:t>
            </a:r>
          </a:p>
          <a:p>
            <a:pPr lvl="1"/>
            <a:r>
              <a:t>Call to action: Encouraging further research, investment, and responsible implementation of AI in healthcare.</a:t>
            </a:r>
          </a:p>
          <a:p>
            <a:pPr lvl="1"/>
            <a:r>
              <a:t>Concluding statement: AI holds immense potential to revolutionize healthcare and improve the lives of patients worldwide.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