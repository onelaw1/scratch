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a strong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feature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a high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the topic</a:t>
            </a:r>
          </a:p>
          <a:p>
            <a:pPr lvl="1"/>
            <a:r>
              <a:t>Key concepts</a:t>
            </a:r>
          </a:p>
          <a:p>
            <a:pPr lvl="1"/>
            <a:r>
              <a:t>Importance in the industry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1: Scalability</a:t>
            </a:r>
          </a:p>
          <a:p>
            <a:pPr lvl="1"/>
            <a:r>
              <a:t>Feature 2: Reliability</a:t>
            </a:r>
          </a:p>
          <a:p>
            <a:pPr lvl="1"/>
            <a:r>
              <a:t>Feature 3: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key points</a:t>
            </a:r>
          </a:p>
          <a:p>
            <a:pPr lvl="1"/>
            <a:r>
              <a:t>Future outlook</a:t>
            </a:r>
          </a:p>
          <a:p>
            <a:pPr lvl="1"/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