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직무 분석 보고서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Job Analysis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조직도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0" y="1371600"/>
            <a:ext cx="1371600" cy="548640"/>
          </a:xfrm>
          <a:prstGeom prst="roundRect">
            <a:avLst/>
          </a:prstGeom>
          <a:solidFill>
            <a:srgbClr val="2E86AB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CEO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468880"/>
            <a:ext cx="1371600" cy="548640"/>
          </a:xfrm>
          <a:prstGeom prst="roundRect">
            <a:avLst/>
          </a:prstGeom>
          <a:solidFill>
            <a:srgbClr val="F18F0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CFO</a:t>
            </a:r>
          </a:p>
        </p:txBody>
      </p:sp>
      <p:cxnSp>
        <p:nvCxnSpPr>
          <p:cNvPr id="5" name="Connector 4"/>
          <p:cNvCxnSpPr/>
          <p:nvPr/>
        </p:nvCxnSpPr>
        <p:spPr>
          <a:xfrm flipH="1">
            <a:off x="1600200.0" y="1920240"/>
            <a:ext cx="3657600.0" cy="5486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1727200" y="2468880"/>
            <a:ext cx="1371600" cy="548640"/>
          </a:xfrm>
          <a:prstGeom prst="roundRect">
            <a:avLst/>
          </a:prstGeom>
          <a:solidFill>
            <a:srgbClr val="F18F0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CTO</a:t>
            </a:r>
          </a:p>
        </p:txBody>
      </p:sp>
      <p:cxnSp>
        <p:nvCxnSpPr>
          <p:cNvPr id="7" name="Connector 6"/>
          <p:cNvCxnSpPr/>
          <p:nvPr/>
        </p:nvCxnSpPr>
        <p:spPr>
          <a:xfrm flipH="1">
            <a:off x="2413000.0" y="1920240"/>
            <a:ext cx="2844800.0" cy="5486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40000" y="2468880"/>
            <a:ext cx="1371600" cy="548640"/>
          </a:xfrm>
          <a:prstGeom prst="roundRect">
            <a:avLst/>
          </a:prstGeom>
          <a:solidFill>
            <a:srgbClr val="F18F01"/>
          </a:solidFill>
          <a:ln w="254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CMO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3225800.0" y="1920240"/>
            <a:ext cx="2032000.0" cy="54864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FTE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1371600" y="2743200"/>
            <a:ext cx="1097280" cy="182880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4688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10.0</a:t>
            </a:r>
          </a:p>
        </p:txBody>
      </p:sp>
      <p:sp>
        <p:nvSpPr>
          <p:cNvPr id="5" name="Rectangle 4"/>
          <p:cNvSpPr/>
          <p:nvPr/>
        </p:nvSpPr>
        <p:spPr>
          <a:xfrm>
            <a:off x="2560320" y="1828800"/>
            <a:ext cx="1097280" cy="2743200"/>
          </a:xfrm>
          <a:prstGeom prst="rect">
            <a:avLst/>
          </a:prstGeom>
          <a:solidFill>
            <a:srgbClr val="C73E1D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155448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15.0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63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3108960"/>
            <a:ext cx="1097280" cy="14630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0" y="28346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8.0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3108960"/>
            <a:ext cx="1097280" cy="1463040"/>
          </a:xfrm>
          <a:prstGeom prst="rect">
            <a:avLst/>
          </a:prstGeom>
          <a:solidFill>
            <a:srgbClr val="6A994E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0" y="2834640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8.0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4663440"/>
            <a:ext cx="2286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/>
            </a:pPr>
            <a:r>
              <a:t>Sales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914400"/>
            <a:ext cx="274320" cy="27432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914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Current FTE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914400"/>
            <a:ext cx="274320" cy="274320"/>
          </a:xfrm>
          <a:prstGeom prst="rect">
            <a:avLst/>
          </a:prstGeom>
          <a:solidFill>
            <a:srgbClr val="C73E1D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9144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Required FTE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RACI 매트릭스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301752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PM</a:t>
            </a:r>
          </a:p>
        </p:txBody>
      </p:sp>
      <p:sp>
        <p:nvSpPr>
          <p:cNvPr id="4" name="Rectangle 3"/>
          <p:cNvSpPr/>
          <p:nvPr/>
        </p:nvSpPr>
        <p:spPr>
          <a:xfrm>
            <a:off x="466344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Dev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QA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0" y="182880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Ops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377440"/>
            <a:ext cx="1645920" cy="548640"/>
          </a:xfrm>
          <a:prstGeom prst="rect">
            <a:avLst/>
          </a:prstGeom>
          <a:solidFill>
            <a:srgbClr val="C8C8C8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Task 1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2377440"/>
            <a:ext cx="1645920" cy="548640"/>
          </a:xfrm>
          <a:prstGeom prst="rect">
            <a:avLst/>
          </a:prstGeom>
          <a:solidFill>
            <a:srgbClr val="C73E1D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377440"/>
            <a:ext cx="1645920" cy="548640"/>
          </a:xfrm>
          <a:prstGeom prst="rect">
            <a:avLst/>
          </a:prstGeom>
          <a:solidFill>
            <a:srgbClr val="F18F0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2377440"/>
            <a:ext cx="1645920" cy="548640"/>
          </a:xfrm>
          <a:prstGeom prst="rect">
            <a:avLst/>
          </a:prstGeom>
          <a:solidFill>
            <a:srgbClr val="969696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55280" y="2377440"/>
            <a:ext cx="1645920" cy="548640"/>
          </a:xfrm>
          <a:prstGeom prst="rect">
            <a:avLst/>
          </a:prstGeom>
          <a:solidFill>
            <a:srgbClr val="969696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926080"/>
            <a:ext cx="1645920" cy="548640"/>
          </a:xfrm>
          <a:prstGeom prst="rect">
            <a:avLst/>
          </a:prstGeom>
          <a:solidFill>
            <a:srgbClr val="C8C8C8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/>
            </a:pPr>
            <a:r>
              <a:t>Task 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017520" y="2926080"/>
            <a:ext cx="1645920" cy="548640"/>
          </a:xfrm>
          <a:prstGeom prst="rect">
            <a:avLst/>
          </a:prstGeom>
          <a:solidFill>
            <a:srgbClr val="2E86AB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2926080"/>
            <a:ext cx="1645920" cy="548640"/>
          </a:xfrm>
          <a:prstGeom prst="rect">
            <a:avLst/>
          </a:prstGeom>
          <a:solidFill>
            <a:srgbClr val="C73E1D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926080"/>
            <a:ext cx="1645920" cy="548640"/>
          </a:xfrm>
          <a:prstGeom prst="rect">
            <a:avLst/>
          </a:prstGeom>
          <a:solidFill>
            <a:srgbClr val="F18F01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80" y="2926080"/>
            <a:ext cx="1645920" cy="548640"/>
          </a:xfrm>
          <a:prstGeom prst="rect">
            <a:avLst/>
          </a:prstGeom>
          <a:solidFill>
            <a:srgbClr val="969696"/>
          </a:solidFill>
          <a:ln w="127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Workload Analysis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Total Positions: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등급 분석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2560320" cy="1645920"/>
          </a:xfrm>
          <a:prstGeom prst="rect">
            <a:avLst/>
          </a:prstGeom>
          <a:solidFill>
            <a:srgbClr val="F18F01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Enigma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1371600"/>
            <a:ext cx="2560320" cy="1645920"/>
          </a:xfrm>
          <a:prstGeom prst="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High Potential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0" y="1371600"/>
            <a:ext cx="2560320" cy="1645920"/>
          </a:xfrm>
          <a:prstGeom prst="rect">
            <a:avLst/>
          </a:prstGeom>
          <a:solidFill>
            <a:srgbClr val="2E86AB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Stars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3017520"/>
            <a:ext cx="2560320" cy="1645920"/>
          </a:xfrm>
          <a:prstGeom prst="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Inconsistent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3017520"/>
            <a:ext cx="2560320" cy="1645920"/>
          </a:xfrm>
          <a:prstGeom prst="rect">
            <a:avLst/>
          </a:prstGeom>
          <a:solidFill>
            <a:srgbClr val="969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Solid Performers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6035040" y="3017520"/>
            <a:ext cx="2560320" cy="1645920"/>
          </a:xfrm>
          <a:prstGeom prst="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Core Players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663440"/>
            <a:ext cx="2560320" cy="1645920"/>
          </a:xfrm>
          <a:prstGeom prst="rect">
            <a:avLst/>
          </a:prstGeom>
          <a:solidFill>
            <a:srgbClr val="C73E1D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Low Performers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4663440"/>
            <a:ext cx="2560320" cy="1645920"/>
          </a:xfrm>
          <a:prstGeom prst="rect">
            <a:avLst/>
          </a:prstGeom>
          <a:solidFill>
            <a:srgbClr val="969696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Effective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4663440"/>
            <a:ext cx="2560320" cy="1645920"/>
          </a:xfrm>
          <a:prstGeom prst="rect">
            <a:avLst/>
          </a:prstGeom>
          <a:solidFill>
            <a:srgbClr val="6A994E"/>
          </a:solidFill>
          <a:ln w="254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Trusted Professionals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6400800"/>
            <a:ext cx="7680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/>
            </a:pPr>
            <a:r>
              <a:t>Performance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371600"/>
            <a:ext cx="548640" cy="493776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ctr">
              <a:defRPr sz="1200" b="1"/>
            </a:pPr>
            <a:r>
              <a:t>Potential 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