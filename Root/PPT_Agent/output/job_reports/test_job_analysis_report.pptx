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직무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Job Analysis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조직도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371600"/>
            <a:ext cx="1371600" cy="548640"/>
          </a:xfrm>
          <a:prstGeom prst="roundRect">
            <a:avLst/>
          </a:prstGeom>
          <a:solidFill>
            <a:srgbClr val="2E86AB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FTE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914400"/>
            <a:ext cx="274320" cy="27432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914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Current FTE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914400"/>
            <a:ext cx="274320" cy="27432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914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Required FTE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RACI 매트릭스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301752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PM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QA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Workload Analysis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Total Positions: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5: 1 positions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등급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560320" cy="1645920"/>
          </a:xfrm>
          <a:prstGeom prst="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Enigma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37160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 Potential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2560320" cy="1645920"/>
          </a:xfrm>
          <a:prstGeom prst="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2560320" cy="1645920"/>
          </a:xfrm>
          <a:prstGeom prst="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Inconsistent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017520"/>
            <a:ext cx="2560320" cy="1645920"/>
          </a:xfrm>
          <a:prstGeom prst="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Solid Performers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301752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Core Players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63440"/>
            <a:ext cx="2560320" cy="1645920"/>
          </a:xfrm>
          <a:prstGeom prst="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 Performers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4663440"/>
            <a:ext cx="2560320" cy="1645920"/>
          </a:xfrm>
          <a:prstGeom prst="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Effective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66344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Trusted Professionals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008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Performance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371600"/>
            <a:ext cx="548640" cy="4937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/>
            </a:pPr>
            <a:r>
              <a:t>Potential 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